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2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873AB-9198-99F0-2097-694D45DF3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BF5A60-C548-B985-5756-22CC72B38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790315-4F6C-A318-8ED9-59D36C16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DE019D-2A9C-42F2-D74A-ADCC4DD6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912E0E-4E0B-AD12-5BA8-C0FBFA8D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74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96B4F-5F22-491A-294D-91263848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2A5F98-F3C2-A9C5-0F68-DD51F7AD1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A2D7F9-7EC6-22CE-B9BD-BE15C2D2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035DD2-6142-7C69-66F9-5E73E6F93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6EF641-2896-DBC7-A7DF-F3DEC082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34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CCC0E-EBCC-37A0-DC1F-F1ADC055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A3A3C7-9D1C-8204-E770-223E5F894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C305D0-4F1E-FA7D-5522-41DDCB03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2EDF68-510E-AAE0-D883-59811917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689AC5-6074-281B-903F-837397BD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753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BDC3C-7765-8A05-CAEC-8C7213F3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DA8E8-8177-67BB-4940-153A8E066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DE8CAF-E81B-5010-23E2-853DC955F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6FCAB6-1F89-F7D5-44C8-B4AE88AB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773840-184F-D135-FC18-5049E1AD3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3DA14C-56D8-3CA8-8091-E13D42FC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58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99A20-A2C0-C830-381F-25B2D7A14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D20BEF-8EFF-D05E-FE46-0BD2C76D7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CFD9D4-D931-3327-0B1D-68E722C5B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78C5E75-74AE-18FE-786D-25F686C459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13A54A7-F687-C77E-4F85-C79A767C4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95B0ED3-5CF8-4902-6EEE-4F80BCD4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9D7938-350D-50FD-129B-284F51587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8552AC7-AABF-CFB9-255C-D87DBC57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57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D0BF2-C6D4-AC79-997B-EA4C274A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6BC032-3274-3996-AEC8-62344F2D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DA006B-E7E3-1575-88C4-9C0163731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402F43-0C69-48D9-2353-A57A35B8C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14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14A5D56-C057-D9EF-398F-42D30F9DA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383FC2F-5465-5B9A-6911-A41B91567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7CEA87-AC41-90B4-0208-1B9EDF527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7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224A77-7D91-7333-AFC0-863B2E770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9FEC3E-EAEF-BBA6-E25D-A3BDCE12B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A2CA79-9277-F62F-0617-66EFA9A99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BF8762-6FF4-690B-AB3D-3EC0AAEBD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0B3754-2BF0-BFDF-375E-52D50538A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BBBD77-685C-8118-27E7-12994CDF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79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F34EB9-23BE-590B-524D-0A358DE6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A2ABE1-EC13-A70D-3B24-8C3977C91B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EC98AB-7E2B-21B6-50B7-F63844162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08897-962E-C9FF-8AD4-A13D4638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B89D68-2D73-1CE1-FDC4-82790B109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BF1BEC-822E-DBB3-CB54-99421BE1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882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1DF81-E7C2-7068-CF1B-C52C7FF5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8A4740-3ABB-CFD4-02F6-8BA27CE5E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CAA82-C3B3-26FE-A7B3-5907111C4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D91D10-988D-59CB-49C4-D465E9D9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91326-9953-897C-C2E0-87339329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11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DDE99EC-CD1F-B712-BE59-BAF725222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F221AB-B942-2F26-EE88-BF8BDA701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1B92D4-EA3F-22A8-8C1E-4C5934737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25AC71-CA45-1339-6596-A187E91F6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B23556-CB46-F80C-3FBB-34F57D26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37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A5B0C-9788-C37D-7999-4DCE142F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8A30B1-AE45-1C91-6597-F239C53DF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68E6CB-52C8-F4FD-EEC1-00CECA1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62819-3DE2-EA4E-B3C9-4035FF15F890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A33F92-766D-5DE8-BA0F-764ECE99B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A69114-B428-0E65-91DD-C1912268C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EE71E-4B5A-1748-9175-5C93672B02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294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988DD-2D58-06C1-7859-BBB96A515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698DEF4-5204-31EF-00D8-F80D1CC947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1680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Alexey Vaganov</dc:creator>
  <cp:lastModifiedBy>Alexey Vaganov</cp:lastModifiedBy>
  <cp:revision>1</cp:revision>
  <dcterms:created xsi:type="dcterms:W3CDTF">2026-08-13T20:43:55Z</dcterms:created>
  <dcterms:modified xsi:type="dcterms:W3CDTF">2026-08-13T20:44:04Z</dcterms:modified>
</cp:coreProperties>
</file>