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sMpIXQBPoa4FeiUuq+lgxw==" hashData="wkbcv9ckIk6fu1XQURXzT4Jwn6eUwHUAMg6PkiPgbT8j2/yqYuSs0OHAogGnr1eH6dJ77Najynumhz/LDu0DqQ==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2"/>
  </p:normalViewPr>
  <p:slideViewPr>
    <p:cSldViewPr snapToGrid="0">
      <p:cViewPr varScale="1">
        <p:scale>
          <a:sx n="119" d="100"/>
          <a:sy n="119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A5D15B-DC9E-17D7-BB19-ECC4F8286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F023FA-3B97-2036-DD73-305AF86038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E2E46A-E857-F9D3-38AF-6B8371853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67167-F837-F247-BDBB-A93BA5EE4803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2F5CE6-CFB0-881B-9117-2242D3ED2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CC3B36-9F4D-4F4D-9968-7237A804B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ADB0-449D-3748-87FA-6D7FAD616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219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93386B-1B06-5FBF-00CF-C5C312529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4B950E-05E8-96E7-540A-6590D2289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CB50D3-D70E-7A6B-741C-E913D5F0C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67167-F837-F247-BDBB-A93BA5EE4803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2BAC2B-880F-B5FB-A05F-755C1681A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2E8CD5-3268-A756-3A04-49816627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ADB0-449D-3748-87FA-6D7FAD616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269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FB57D8-0B4D-FF68-F192-532A4E2A6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F41A2C-434E-408A-5613-351930A76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29D62C-4EA4-BB95-D072-419F70650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67167-F837-F247-BDBB-A93BA5EE4803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9A570E-28A9-DBB6-2DBF-F3BD7878F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C09E69-88B9-F9BC-21AA-B1E0058CF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ADB0-449D-3748-87FA-6D7FAD616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2190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A676FE-5281-F87A-3DA1-43B9C9DFE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B83ECE-BB7A-8C7E-79D2-34EA0D04F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FF977F1-EF4B-2A1B-A0E9-441B568FB2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A7BA61-126F-23C1-8FF0-079E33C73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67167-F837-F247-BDBB-A93BA5EE4803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E052EE-1538-D8D9-A0B1-864AFA08B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092DBD1-9499-A460-46CD-32C632BC5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ADB0-449D-3748-87FA-6D7FAD616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2713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98F13D-02DF-A4C1-D6B9-161F8F451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0D4870-697F-6725-70B5-7ED152A40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B6CB32-47C6-E012-3930-E62FAF5AD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697E0BC-1E91-2EEA-B957-881F9F5696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27D6A34-59EF-08D9-499B-EFB13E9BCE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28F3DE8-7478-D957-C70D-2B78B5084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67167-F837-F247-BDBB-A93BA5EE4803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5AA88BB-22B2-22CC-939B-999ED4CB9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8D46F3B-926A-9490-29F8-6374CEF95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ADB0-449D-3748-87FA-6D7FAD616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661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0A2042-1FB6-D598-7734-C4AE56BD5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4A56FF-0AE7-E7DC-F6CA-A04ACEB15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67167-F837-F247-BDBB-A93BA5EE4803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B510D69-6FE6-B3EF-2DA8-C22EF3A1F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C408EA1-2BD8-73F9-0994-DB4800336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ADB0-449D-3748-87FA-6D7FAD616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051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1C34EE2-6C2D-3112-471B-66E8D6642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67167-F837-F247-BDBB-A93BA5EE4803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AAD8F16-644E-D334-7327-8B5F8BAA6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B8ABC2-4875-CCA5-B898-454D2F6AA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ADB0-449D-3748-87FA-6D7FAD616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1097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AD9C6-E619-8413-756D-A3F903F63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ABF97D-3494-2CE2-DEB7-A9EB39AA1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8E12090-52C6-E565-B26F-B0C2DEB34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002C51C-CFFE-9E31-7D7D-4B953CD2E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67167-F837-F247-BDBB-A93BA5EE4803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2BE17B-9422-4CEB-1C35-1C9437F1C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998FF6-5D14-4256-F811-26AF654E6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ADB0-449D-3748-87FA-6D7FAD616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310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66866C-455C-3E7A-5045-468DD558B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1CDEA58-0D86-66A2-194A-E661ADF13D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8E253CC-9F24-C806-D506-D16D8148B1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E53884-9094-8F57-606B-EE75C6B4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67167-F837-F247-BDBB-A93BA5EE4803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0B83A6-2C3D-AA0C-2D39-CBC923B80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F2CAAD-615B-05CA-5B36-B47F653A9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ADB0-449D-3748-87FA-6D7FAD616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9410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42EDAE-EC89-0CFB-9B2E-4D21D8E3D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F53B0F6-EFD9-5A8B-1C2A-9FB099846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E08E58-0BDD-D931-4F2E-031120147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67167-F837-F247-BDBB-A93BA5EE4803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1BDE41-6303-AB84-38FA-42C67D215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860AD2-4C47-2E44-125E-40367E6AB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ADB0-449D-3748-87FA-6D7FAD616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9152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B2BAB9C-1495-A4D9-6F5C-54030FEAD3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68A512D-96A8-001B-AED5-14BEF23D5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D66238-DE7F-A349-3408-BC3939E9D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367167-F837-F247-BDBB-A93BA5EE4803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AE93AC-A4D5-C059-1018-33718B81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01A02C-FDEC-0B72-845F-A6BC661A5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ADB0-449D-3748-87FA-6D7FAD616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639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7A998-B030-B4A7-6A8C-A1A92E5A6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A3FF23-3C63-60AE-F179-DC3086D60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3724B0-19C0-96BC-75BF-16AA809F47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67167-F837-F247-BDBB-A93BA5EE4803}" type="datetimeFigureOut">
              <a:rPr lang="ru-RU" smtClean="0"/>
              <a:t>13.08.2026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FDB992-E703-2823-DC9A-FA8AC9C5D4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B18718-6909-3568-F537-40CDEAE67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0ADB0-449D-3748-87FA-6D7FAD616E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70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A2C17-84F0-2462-1DC1-36B37E3BD5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A61CB0F-4FA5-080C-3177-1E489B171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66756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Alexey Vaganov</dc:creator>
  <cp:lastModifiedBy>Alexey Vaganov</cp:lastModifiedBy>
  <cp:revision>1</cp:revision>
  <dcterms:created xsi:type="dcterms:W3CDTF">2026-08-13T20:42:36Z</dcterms:created>
  <dcterms:modified xsi:type="dcterms:W3CDTF">2026-08-13T20:43:02Z</dcterms:modified>
</cp:coreProperties>
</file>